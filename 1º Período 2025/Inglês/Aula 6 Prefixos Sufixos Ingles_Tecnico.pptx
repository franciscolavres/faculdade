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4" r:id="rId12"/>
    <p:sldId id="267" r:id="rId13"/>
    <p:sldId id="269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82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1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90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63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6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9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00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8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6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9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3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389" y="802299"/>
            <a:ext cx="7351446" cy="2541431"/>
          </a:xfrm>
        </p:spPr>
        <p:txBody>
          <a:bodyPr>
            <a:normAutofit/>
          </a:bodyPr>
          <a:lstStyle/>
          <a:p>
            <a:r>
              <a:rPr lang="pt-BR" sz="4800" dirty="0"/>
              <a:t>Aula 6 </a:t>
            </a:r>
            <a:br>
              <a:rPr lang="pt-BR" sz="4800" dirty="0"/>
            </a:br>
            <a:r>
              <a:rPr sz="4800" dirty="0" err="1"/>
              <a:t>Prefixos</a:t>
            </a:r>
            <a:r>
              <a:rPr sz="4800" dirty="0"/>
              <a:t> e </a:t>
            </a:r>
            <a:r>
              <a:rPr sz="4800" dirty="0" err="1"/>
              <a:t>Sufixos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Inglês</a:t>
            </a:r>
            <a:r>
              <a:rPr dirty="0"/>
              <a:t> Técnico para </a:t>
            </a:r>
            <a:r>
              <a:rPr dirty="0" err="1"/>
              <a:t>Computação</a:t>
            </a:r>
            <a:endParaRPr dirty="0"/>
          </a:p>
          <a:p>
            <a:r>
              <a:rPr dirty="0"/>
              <a:t>Profª Marcela Hardman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Prefixos</a:t>
            </a:r>
            <a:r>
              <a:rPr dirty="0"/>
              <a:t> e </a:t>
            </a:r>
            <a:r>
              <a:rPr dirty="0" err="1"/>
              <a:t>sufixos</a:t>
            </a:r>
            <a:r>
              <a:rPr dirty="0"/>
              <a:t> </a:t>
            </a:r>
            <a:r>
              <a:rPr dirty="0" err="1"/>
              <a:t>modificam</a:t>
            </a:r>
            <a:r>
              <a:rPr dirty="0"/>
              <a:t> o </a:t>
            </a:r>
            <a:r>
              <a:rPr dirty="0" err="1"/>
              <a:t>significado</a:t>
            </a:r>
            <a:r>
              <a:rPr dirty="0"/>
              <a:t> das </a:t>
            </a:r>
            <a:r>
              <a:rPr dirty="0" err="1"/>
              <a:t>palavras</a:t>
            </a:r>
            <a:r>
              <a:rPr dirty="0"/>
              <a:t>.</a:t>
            </a:r>
          </a:p>
          <a:p>
            <a:r>
              <a:rPr dirty="0" err="1"/>
              <a:t>Essenciais</a:t>
            </a:r>
            <a:r>
              <a:rPr dirty="0"/>
              <a:t> no </a:t>
            </a:r>
            <a:r>
              <a:rPr dirty="0" err="1"/>
              <a:t>inglês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, </a:t>
            </a:r>
            <a:r>
              <a:rPr dirty="0" err="1"/>
              <a:t>especialmente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computação</a:t>
            </a:r>
            <a:r>
              <a:rPr dirty="0"/>
              <a:t>.</a:t>
            </a:r>
          </a:p>
          <a:p>
            <a:r>
              <a:rPr dirty="0" err="1"/>
              <a:t>Compreender</a:t>
            </a:r>
            <a:r>
              <a:rPr dirty="0"/>
              <a:t> </a:t>
            </a:r>
            <a:r>
              <a:rPr dirty="0" err="1"/>
              <a:t>esses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facilita</a:t>
            </a:r>
            <a:r>
              <a:rPr dirty="0"/>
              <a:t> a </a:t>
            </a:r>
            <a:r>
              <a:rPr dirty="0" err="1"/>
              <a:t>leitura</a:t>
            </a:r>
            <a:r>
              <a:rPr dirty="0"/>
              <a:t> de </a:t>
            </a:r>
            <a:r>
              <a:rPr dirty="0" err="1"/>
              <a:t>documentações</a:t>
            </a:r>
            <a:r>
              <a:rPr dirty="0"/>
              <a:t> e </a:t>
            </a:r>
            <a:r>
              <a:rPr dirty="0" err="1"/>
              <a:t>códigos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são Prefixos?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Partes</a:t>
            </a:r>
            <a:r>
              <a:rPr dirty="0"/>
              <a:t> </a:t>
            </a:r>
            <a:r>
              <a:rPr dirty="0" err="1"/>
              <a:t>adicionadas</a:t>
            </a:r>
            <a:r>
              <a:rPr dirty="0"/>
              <a:t> antes da </a:t>
            </a:r>
            <a:r>
              <a:rPr dirty="0" err="1"/>
              <a:t>palavra</a:t>
            </a:r>
            <a:r>
              <a:rPr dirty="0"/>
              <a:t> para </a:t>
            </a:r>
            <a:r>
              <a:rPr dirty="0" err="1"/>
              <a:t>modificar</a:t>
            </a:r>
            <a:r>
              <a:rPr dirty="0"/>
              <a:t>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significado</a:t>
            </a:r>
            <a:r>
              <a:rPr dirty="0"/>
              <a:t>.</a:t>
            </a:r>
          </a:p>
          <a:p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usados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termos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computação</a:t>
            </a:r>
            <a:r>
              <a:rPr dirty="0"/>
              <a:t>.</a:t>
            </a:r>
          </a:p>
          <a:p>
            <a:r>
              <a:rPr dirty="0" err="1"/>
              <a:t>Exemplos</a:t>
            </a:r>
            <a:r>
              <a:rPr dirty="0"/>
              <a:t>: restart (re + start), undo (un + do), preload (pre + load).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Prefixos Comuns na Computação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Auto- → autocomplete, autosave</a:t>
            </a:r>
          </a:p>
          <a:p>
            <a:r>
              <a:rPr dirty="0"/>
              <a:t>Re- → reload, restart, recover</a:t>
            </a:r>
          </a:p>
          <a:p>
            <a:r>
              <a:rPr dirty="0"/>
              <a:t>Un- → undo, unmount, </a:t>
            </a:r>
            <a:r>
              <a:rPr dirty="0" err="1"/>
              <a:t>uncompress</a:t>
            </a:r>
            <a:endParaRPr dirty="0"/>
          </a:p>
          <a:p>
            <a:r>
              <a:rPr dirty="0"/>
              <a:t>Multi- → multitasking, multiprocessing</a:t>
            </a:r>
          </a:p>
          <a:p>
            <a:r>
              <a:rPr dirty="0"/>
              <a:t>Cyber- → cybersecurity, cyberattack</a:t>
            </a:r>
          </a:p>
          <a:p>
            <a:r>
              <a:rPr dirty="0"/>
              <a:t>Pre- → preload, precompile, preprocessor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são Sufixos?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Partes</a:t>
            </a:r>
            <a:r>
              <a:rPr dirty="0"/>
              <a:t> </a:t>
            </a:r>
            <a:r>
              <a:rPr dirty="0" err="1"/>
              <a:t>adicionadas</a:t>
            </a:r>
            <a:r>
              <a:rPr dirty="0"/>
              <a:t> no final da </a:t>
            </a:r>
            <a:r>
              <a:rPr dirty="0" err="1"/>
              <a:t>palavra</a:t>
            </a:r>
            <a:r>
              <a:rPr dirty="0"/>
              <a:t> para </a:t>
            </a: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significado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função</a:t>
            </a:r>
            <a:r>
              <a:rPr dirty="0"/>
              <a:t>.</a:t>
            </a:r>
          </a:p>
          <a:p>
            <a:r>
              <a:rPr dirty="0" err="1"/>
              <a:t>Usados</a:t>
            </a:r>
            <a:r>
              <a:rPr dirty="0"/>
              <a:t> para </a:t>
            </a:r>
            <a:r>
              <a:rPr dirty="0" err="1"/>
              <a:t>formar</a:t>
            </a:r>
            <a:r>
              <a:rPr dirty="0"/>
              <a:t> </a:t>
            </a:r>
            <a:r>
              <a:rPr dirty="0" err="1"/>
              <a:t>substantivos</a:t>
            </a:r>
            <a:r>
              <a:rPr dirty="0"/>
              <a:t>, </a:t>
            </a:r>
            <a:r>
              <a:rPr dirty="0" err="1"/>
              <a:t>verbos</a:t>
            </a:r>
            <a:r>
              <a:rPr dirty="0"/>
              <a:t> e </a:t>
            </a:r>
            <a:r>
              <a:rPr dirty="0" err="1"/>
              <a:t>adjetivos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 err="1"/>
              <a:t>Exemplos</a:t>
            </a:r>
            <a:r>
              <a:rPr dirty="0"/>
              <a:t>: compiler (compile + er), encryption (encrypt + 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Sufixos Comuns na Computação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-er → compiler, debugger, processor</a:t>
            </a:r>
          </a:p>
          <a:p>
            <a:r>
              <a:rPr dirty="0"/>
              <a:t>-able → modifiable, scalable, portable</a:t>
            </a:r>
          </a:p>
          <a:p>
            <a:r>
              <a:rPr dirty="0"/>
              <a:t>-ion → connection, encryption, computation</a:t>
            </a:r>
          </a:p>
          <a:p>
            <a:r>
              <a:rPr dirty="0"/>
              <a:t>-</a:t>
            </a:r>
            <a:r>
              <a:rPr dirty="0" err="1"/>
              <a:t>ment</a:t>
            </a:r>
            <a:r>
              <a:rPr dirty="0"/>
              <a:t> → deployment, development</a:t>
            </a:r>
          </a:p>
          <a:p>
            <a:r>
              <a:rPr dirty="0"/>
              <a:t>-ware → software, hardware, firmware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083" y="804520"/>
            <a:ext cx="8570258" cy="1049235"/>
          </a:xfrm>
        </p:spPr>
        <p:txBody>
          <a:bodyPr>
            <a:normAutofit/>
          </a:bodyPr>
          <a:lstStyle/>
          <a:p>
            <a:r>
              <a:rPr dirty="0" err="1"/>
              <a:t>Exercício</a:t>
            </a:r>
            <a:r>
              <a:rPr dirty="0"/>
              <a:t> 1: Complete as lacunas com o </a:t>
            </a:r>
            <a:r>
              <a:rPr dirty="0" err="1"/>
              <a:t>prefixo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sufixo</a:t>
            </a:r>
            <a:r>
              <a:rPr dirty="0"/>
              <a:t> </a:t>
            </a:r>
            <a:r>
              <a:rPr dirty="0" err="1"/>
              <a:t>correto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/>
              <a:t>1. ____load (</a:t>
            </a:r>
            <a:r>
              <a:rPr dirty="0" err="1"/>
              <a:t>fazer</a:t>
            </a:r>
            <a:r>
              <a:rPr dirty="0"/>
              <a:t> </a:t>
            </a:r>
            <a:r>
              <a:rPr dirty="0" err="1"/>
              <a:t>pré-carregamento</a:t>
            </a:r>
            <a:r>
              <a:rPr dirty="0"/>
              <a:t> de algo antes de usar)</a:t>
            </a:r>
          </a:p>
          <a:p>
            <a:pPr marL="0" indent="0">
              <a:buNone/>
            </a:pPr>
            <a:r>
              <a:rPr dirty="0"/>
              <a:t>2. Cyber____ (</a:t>
            </a:r>
            <a:r>
              <a:rPr dirty="0" err="1"/>
              <a:t>referente</a:t>
            </a:r>
            <a:r>
              <a:rPr dirty="0"/>
              <a:t> à </a:t>
            </a:r>
            <a:r>
              <a:rPr dirty="0" err="1"/>
              <a:t>segurança</a:t>
            </a:r>
            <a:r>
              <a:rPr dirty="0"/>
              <a:t> digital)</a:t>
            </a:r>
          </a:p>
          <a:p>
            <a:pPr marL="0" indent="0">
              <a:buNone/>
            </a:pPr>
            <a:r>
              <a:rPr dirty="0"/>
              <a:t>3. Debug____ (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pessoa</a:t>
            </a:r>
            <a:r>
              <a:rPr dirty="0"/>
              <a:t> que </a:t>
            </a:r>
            <a:r>
              <a:rPr dirty="0" err="1"/>
              <a:t>faz</a:t>
            </a:r>
            <a:r>
              <a:rPr dirty="0"/>
              <a:t> debugging)</a:t>
            </a:r>
          </a:p>
          <a:p>
            <a:pPr marL="0" indent="0">
              <a:buNone/>
            </a:pPr>
            <a:r>
              <a:rPr dirty="0"/>
              <a:t>4. Multi____ (</a:t>
            </a:r>
            <a:r>
              <a:rPr dirty="0" err="1"/>
              <a:t>capacidade</a:t>
            </a:r>
            <a:r>
              <a:rPr dirty="0"/>
              <a:t> de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várias</a:t>
            </a:r>
            <a:r>
              <a:rPr dirty="0"/>
              <a:t>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mesmo</a:t>
            </a:r>
            <a:r>
              <a:rPr dirty="0"/>
              <a:t> tempo)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dirty="0" err="1"/>
              <a:t>Comput</a:t>
            </a:r>
            <a:r>
              <a:rPr dirty="0"/>
              <a:t>____ (</a:t>
            </a:r>
            <a:r>
              <a:rPr dirty="0" err="1"/>
              <a:t>ato</a:t>
            </a:r>
            <a:r>
              <a:rPr dirty="0"/>
              <a:t> de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processar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6. Inter____ (</a:t>
            </a:r>
            <a:r>
              <a:rPr dirty="0" err="1"/>
              <a:t>referente</a:t>
            </a:r>
            <a:r>
              <a:rPr dirty="0"/>
              <a:t> à </a:t>
            </a:r>
            <a:r>
              <a:rPr dirty="0" err="1"/>
              <a:t>comunicação</a:t>
            </a:r>
            <a:r>
              <a:rPr dirty="0"/>
              <a:t> entre redes)</a:t>
            </a:r>
          </a:p>
          <a:p>
            <a:pPr marL="0" indent="0">
              <a:buNone/>
            </a:pPr>
            <a:r>
              <a:rPr dirty="0"/>
              <a:t>7. Encrypt____ (</a:t>
            </a:r>
            <a:r>
              <a:rPr dirty="0" err="1"/>
              <a:t>ato</a:t>
            </a:r>
            <a:r>
              <a:rPr dirty="0"/>
              <a:t> de converter dados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secreto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8. Program____ (</a:t>
            </a:r>
            <a:r>
              <a:rPr dirty="0" err="1"/>
              <a:t>ato</a:t>
            </a:r>
            <a:r>
              <a:rPr dirty="0"/>
              <a:t> de </a:t>
            </a:r>
            <a:r>
              <a:rPr dirty="0" err="1"/>
              <a:t>escrever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81ED8-9EF5-46A2-AD99-5BC0373EF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13" y="804520"/>
            <a:ext cx="7763822" cy="1049235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Exercício 1: Complete as lacunas com o prefixo ou sufixo correto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89DB3B-B540-407E-90A3-615B7B18D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+mj-lt"/>
              <a:buAutoNum type="arabicPeriod"/>
            </a:pPr>
            <a:r>
              <a:rPr lang="pt-BR" b="1" dirty="0" err="1"/>
              <a:t>Pre</a:t>
            </a:r>
            <a:r>
              <a:rPr lang="pt-BR" dirty="0" err="1"/>
              <a:t>load</a:t>
            </a:r>
            <a:r>
              <a:rPr lang="pt-BR" dirty="0"/>
              <a:t> (fazer </a:t>
            </a:r>
            <a:r>
              <a:rPr lang="pt-BR" dirty="0" err="1"/>
              <a:t>pré-carregamento</a:t>
            </a:r>
            <a:r>
              <a:rPr lang="pt-BR" dirty="0"/>
              <a:t> de algo antes de usar)</a:t>
            </a:r>
          </a:p>
          <a:p>
            <a:pPr>
              <a:buFont typeface="+mj-lt"/>
              <a:buAutoNum type="arabicPeriod"/>
            </a:pPr>
            <a:r>
              <a:rPr lang="pt-BR" b="1" dirty="0" err="1"/>
              <a:t>Cyber</a:t>
            </a:r>
            <a:r>
              <a:rPr lang="pt-BR" dirty="0" err="1"/>
              <a:t>security</a:t>
            </a:r>
            <a:r>
              <a:rPr lang="pt-BR" dirty="0"/>
              <a:t> (referente à segurança digital)</a:t>
            </a:r>
          </a:p>
          <a:p>
            <a:pPr>
              <a:buFont typeface="+mj-lt"/>
              <a:buAutoNum type="arabicPeriod"/>
            </a:pPr>
            <a:r>
              <a:rPr lang="pt-BR" b="1" dirty="0" err="1"/>
              <a:t>Debug</a:t>
            </a:r>
            <a:r>
              <a:rPr lang="pt-BR" dirty="0" err="1"/>
              <a:t>ger</a:t>
            </a:r>
            <a:r>
              <a:rPr lang="pt-BR" dirty="0"/>
              <a:t> (uma pessoa que faz </a:t>
            </a:r>
            <a:r>
              <a:rPr lang="pt-BR" dirty="0" err="1"/>
              <a:t>debugging</a:t>
            </a:r>
            <a:r>
              <a:rPr lang="pt-BR" dirty="0"/>
              <a:t>)</a:t>
            </a:r>
          </a:p>
          <a:p>
            <a:pPr>
              <a:buFont typeface="+mj-lt"/>
              <a:buAutoNum type="arabicPeriod"/>
            </a:pPr>
            <a:r>
              <a:rPr lang="pt-BR" b="1" dirty="0" err="1"/>
              <a:t>Multi</a:t>
            </a:r>
            <a:r>
              <a:rPr lang="pt-BR" dirty="0" err="1"/>
              <a:t>tasking</a:t>
            </a:r>
            <a:r>
              <a:rPr lang="pt-BR" dirty="0"/>
              <a:t> (capacidade de realizar várias tarefas ao mesmo tempo)</a:t>
            </a:r>
          </a:p>
          <a:p>
            <a:pPr>
              <a:buFont typeface="+mj-lt"/>
              <a:buAutoNum type="arabicPeriod"/>
            </a:pPr>
            <a:r>
              <a:rPr lang="pt-BR" b="1" dirty="0" err="1"/>
              <a:t>Comput</a:t>
            </a:r>
            <a:r>
              <a:rPr lang="pt-BR" dirty="0" err="1"/>
              <a:t>ation</a:t>
            </a:r>
            <a:r>
              <a:rPr lang="pt-BR" dirty="0"/>
              <a:t> (ato de calcular ou processar informações)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Inter</a:t>
            </a:r>
            <a:r>
              <a:rPr lang="pt-BR" dirty="0"/>
              <a:t>net (referente à comunicação entre redes)</a:t>
            </a:r>
          </a:p>
          <a:p>
            <a:pPr>
              <a:buFont typeface="+mj-lt"/>
              <a:buAutoNum type="arabicPeriod"/>
            </a:pPr>
            <a:r>
              <a:rPr lang="pt-BR" b="1" dirty="0" err="1"/>
              <a:t>Encrypt</a:t>
            </a:r>
            <a:r>
              <a:rPr lang="pt-BR" dirty="0" err="1"/>
              <a:t>ion</a:t>
            </a:r>
            <a:r>
              <a:rPr lang="pt-BR" dirty="0"/>
              <a:t> (ato de converter dados em código secreto)</a:t>
            </a:r>
          </a:p>
          <a:p>
            <a:pPr>
              <a:buFont typeface="+mj-lt"/>
              <a:buAutoNum type="arabicPeriod"/>
            </a:pPr>
            <a:r>
              <a:rPr lang="pt-BR" b="1" dirty="0" err="1"/>
              <a:t>Program</a:t>
            </a:r>
            <a:r>
              <a:rPr lang="pt-BR" dirty="0" err="1"/>
              <a:t>ming</a:t>
            </a:r>
            <a:r>
              <a:rPr lang="pt-BR" dirty="0"/>
              <a:t> (ato de escrever código)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965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119" y="804520"/>
            <a:ext cx="7790716" cy="1049235"/>
          </a:xfrm>
        </p:spPr>
        <p:txBody>
          <a:bodyPr/>
          <a:lstStyle/>
          <a:p>
            <a:r>
              <a:rPr dirty="0" err="1"/>
              <a:t>Exercício</a:t>
            </a:r>
            <a:r>
              <a:rPr dirty="0"/>
              <a:t> 2: </a:t>
            </a:r>
            <a:r>
              <a:rPr dirty="0" err="1"/>
              <a:t>Relacione</a:t>
            </a:r>
            <a:r>
              <a:rPr dirty="0"/>
              <a:t> as </a:t>
            </a:r>
            <a:r>
              <a:rPr dirty="0" err="1"/>
              <a:t>palavras</a:t>
            </a:r>
            <a:r>
              <a:rPr dirty="0"/>
              <a:t> à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definição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Precompile</a:t>
            </a:r>
          </a:p>
          <a:p>
            <a:pPr marL="0" indent="0">
              <a:buNone/>
            </a:pPr>
            <a:r>
              <a:rPr dirty="0"/>
              <a:t>• Firmware</a:t>
            </a:r>
          </a:p>
          <a:p>
            <a:pPr marL="0" indent="0">
              <a:buNone/>
            </a:pPr>
            <a:r>
              <a:rPr dirty="0"/>
              <a:t>• Networking</a:t>
            </a:r>
          </a:p>
          <a:p>
            <a:pPr marL="0" indent="0">
              <a:buNone/>
            </a:pPr>
            <a:r>
              <a:rPr dirty="0"/>
              <a:t>• Processor</a:t>
            </a:r>
          </a:p>
          <a:p>
            <a:pPr marL="0" indent="0">
              <a:buNone/>
            </a:pPr>
            <a:r>
              <a:rPr dirty="0"/>
              <a:t>• Cybersecurity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Associe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palavra</a:t>
            </a:r>
            <a:r>
              <a:rPr dirty="0"/>
              <a:t> à </a:t>
            </a:r>
            <a:r>
              <a:rPr dirty="0" err="1"/>
              <a:t>definição</a:t>
            </a:r>
            <a:r>
              <a:rPr dirty="0"/>
              <a:t> </a:t>
            </a:r>
            <a:r>
              <a:rPr dirty="0" err="1"/>
              <a:t>correta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D6107-FA0A-44B6-B1B4-8E8287CA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9" y="804520"/>
            <a:ext cx="7351446" cy="1049235"/>
          </a:xfrm>
        </p:spPr>
        <p:txBody>
          <a:bodyPr/>
          <a:lstStyle/>
          <a:p>
            <a:r>
              <a:rPr lang="pt-BR" dirty="0"/>
              <a:t>Exercício 2: Relacione as palavras à sua definição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15FBE6-D9A6-4683-A7DB-5BC109B8F4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3938" y="2309878"/>
            <a:ext cx="83011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Precompile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Processo de compilar parcialmente um código antes da compilação final.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Firmware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Software embutido diretamente no hardware para controle de dispositivos.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Conjunto de técnicas e sistemas que permitem a comunicação entre dispositivos.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Unidade responsável pelo processamento de dados em um computador.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Conjunto de práticas e tecnologias usadas para proteger sistemas contra ataques cibernéticos. </a:t>
            </a:r>
          </a:p>
        </p:txBody>
      </p:sp>
    </p:spTree>
    <p:extLst>
      <p:ext uri="{BB962C8B-B14F-4D97-AF65-F5344CB8AC3E}">
        <p14:creationId xmlns:p14="http://schemas.microsoft.com/office/powerpoint/2010/main" val="376241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Como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prefixos</a:t>
            </a:r>
            <a:r>
              <a:rPr dirty="0"/>
              <a:t> e </a:t>
            </a:r>
            <a:r>
              <a:rPr dirty="0" err="1"/>
              <a:t>sufixos</a:t>
            </a:r>
            <a:r>
              <a:rPr dirty="0"/>
              <a:t> </a:t>
            </a:r>
            <a:r>
              <a:rPr dirty="0" err="1"/>
              <a:t>ajudam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interpretação</a:t>
            </a:r>
            <a:r>
              <a:rPr dirty="0"/>
              <a:t> de </a:t>
            </a:r>
            <a:r>
              <a:rPr dirty="0" err="1"/>
              <a:t>textos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?</a:t>
            </a:r>
          </a:p>
          <a:p>
            <a:r>
              <a:rPr dirty="0" err="1"/>
              <a:t>Aplicações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programação</a:t>
            </a:r>
            <a:r>
              <a:rPr dirty="0"/>
              <a:t> e </a:t>
            </a:r>
            <a:r>
              <a:rPr dirty="0" err="1"/>
              <a:t>segurança</a:t>
            </a:r>
            <a:r>
              <a:rPr dirty="0"/>
              <a:t> da </a:t>
            </a:r>
            <a:r>
              <a:rPr dirty="0" err="1"/>
              <a:t>informação</a:t>
            </a:r>
            <a:r>
              <a:rPr dirty="0"/>
              <a:t>.</a:t>
            </a:r>
          </a:p>
          <a:p>
            <a:r>
              <a:rPr dirty="0"/>
              <a:t>Qual </a:t>
            </a:r>
            <a:r>
              <a:rPr dirty="0" err="1"/>
              <a:t>prefixo</a:t>
            </a:r>
            <a:r>
              <a:rPr dirty="0"/>
              <a:t>/</a:t>
            </a:r>
            <a:r>
              <a:rPr dirty="0" err="1"/>
              <a:t>sufixo</a:t>
            </a:r>
            <a:r>
              <a:rPr dirty="0"/>
              <a:t>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achou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?</a:t>
            </a:r>
          </a:p>
          <a:p>
            <a:r>
              <a:rPr dirty="0"/>
              <a:t>Como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ajudar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leitura</a:t>
            </a:r>
            <a:r>
              <a:rPr dirty="0"/>
              <a:t> de </a:t>
            </a:r>
            <a:r>
              <a:rPr dirty="0" err="1"/>
              <a:t>documentação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48A62-CF8C-4E92-86D5-23408D42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PARA CASA – POSTAR EM ATIVIDADE 3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D57E99-AF66-4530-9558-DE5D4A250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32" y="2208636"/>
            <a:ext cx="719940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Complete as palavras abaixo com o prefixo ou sufixo correto.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___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(restaurar uma conexão perdida)</a:t>
            </a:r>
            <a:b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Cyber___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(relacionado a crimes digitais)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___ (pessoa que escreve código de software)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___ (capacidade de ser modificado)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e)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_____ (executar uma compilação antecipada do código)</a:t>
            </a:r>
          </a:p>
        </p:txBody>
      </p:sp>
    </p:spTree>
    <p:extLst>
      <p:ext uri="{BB962C8B-B14F-4D97-AF65-F5344CB8AC3E}">
        <p14:creationId xmlns:p14="http://schemas.microsoft.com/office/powerpoint/2010/main" val="550244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4E63E-9A63-443B-AFBA-37BD84CF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1237B-4DE7-4492-87AC-2DCA30E917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741" y="2120618"/>
            <a:ext cx="754015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Associe os prefixos e sufixos abaixo aos seus significados e forneça um exemplo técnico para cada 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Prefixos: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Un-, Auto-,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Sufixos: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-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ion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-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able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849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28B1A-3241-4D45-90F6-FF08C7D3E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111C27-A4F3-41CC-8913-8E6D53D848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1060" y="2725281"/>
            <a:ext cx="803265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Explique o significado das seguintes palavras técnicas com base nos prefixos e sufixos que as compõem: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Uninstall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Interconnect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Debugger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e)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07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907ED-C9DD-4F47-928D-53B22E93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Postar até terça 18/03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243FB0-1630-465F-8DEA-A801D9F50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831729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</TotalTime>
  <Words>704</Words>
  <Application>Microsoft Office PowerPoint</Application>
  <PresentationFormat>Apresentação na tela 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Galeria</vt:lpstr>
      <vt:lpstr>Aula 6  Prefixos e Sufixos</vt:lpstr>
      <vt:lpstr>Introdução</vt:lpstr>
      <vt:lpstr>O que são Prefixos?</vt:lpstr>
      <vt:lpstr>Prefixos Comuns na Computação</vt:lpstr>
      <vt:lpstr>O que são Sufixos?</vt:lpstr>
      <vt:lpstr>Sufixos Comuns na Computação</vt:lpstr>
      <vt:lpstr>Exercício 1: Complete as lacunas com o prefixo ou sufixo correto</vt:lpstr>
      <vt:lpstr>Exercício 1: Complete as lacunas com o prefixo ou sufixo correto </vt:lpstr>
      <vt:lpstr>Exercício 2: Relacione as palavras à sua definição</vt:lpstr>
      <vt:lpstr>Exercício 2: Relacione as palavras à sua definição</vt:lpstr>
      <vt:lpstr>Apresentação do PowerPoint</vt:lpstr>
      <vt:lpstr>ATIVIDADE PARA CASA – POSTAR EM ATIVIDADE 3</vt:lpstr>
      <vt:lpstr>Apresentação do PowerPoint</vt:lpstr>
      <vt:lpstr>Apresentação do PowerPoint</vt:lpstr>
      <vt:lpstr>Postar até terça 18/03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Prefixos e Sufixos em Inglês Técnico para Computação</dc:title>
  <dc:subject/>
  <dc:creator>Usuário</dc:creator>
  <cp:keywords/>
  <dc:description>generated using python-pptx</dc:description>
  <cp:lastModifiedBy>marcela cortes</cp:lastModifiedBy>
  <cp:revision>3</cp:revision>
  <dcterms:created xsi:type="dcterms:W3CDTF">2013-01-27T09:14:16Z</dcterms:created>
  <dcterms:modified xsi:type="dcterms:W3CDTF">2025-03-14T14:02:58Z</dcterms:modified>
  <cp:category/>
</cp:coreProperties>
</file>