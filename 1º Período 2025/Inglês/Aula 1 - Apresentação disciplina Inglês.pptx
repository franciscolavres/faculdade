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Gill Sans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GillSans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Gill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4" name="Google Shape;34;p4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42" name="Google Shape;42;p5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2" name="Google Shape;52;p6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58" name="Google Shape;58;p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70" name="Google Shape;70;p9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10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10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10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81" name="Google Shape;81;p10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88" name="Google Shape;88;p1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95" name="Google Shape;95;p12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1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ctrTitle"/>
          </p:nvPr>
        </p:nvSpPr>
        <p:spPr>
          <a:xfrm>
            <a:off x="357810" y="563759"/>
            <a:ext cx="11054852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Gill Sans"/>
              <a:buNone/>
            </a:pPr>
            <a:r>
              <a:rPr lang="pt-BR" sz="4700"/>
              <a:t>INGLÊS PARA TI </a:t>
            </a:r>
            <a:br>
              <a:rPr lang="pt-BR" sz="4700"/>
            </a:br>
            <a:br>
              <a:rPr lang="pt-BR"/>
            </a:br>
            <a:r>
              <a:rPr lang="pt-BR" sz="3800"/>
              <a:t>CURSOS DE COMPUTAÇÃO</a:t>
            </a:r>
            <a:endParaRPr/>
          </a:p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556590" y="3626767"/>
            <a:ext cx="9806609" cy="301079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pt-BR" sz="2200"/>
              <a:t>ENCONTRO 1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pt-BR" sz="2200"/>
              <a:t>PROFA. MARCELA HARDMAN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pt-BR"/>
              <a:t>MARCELA HARDMAN	</a:t>
            </a:r>
            <a:endParaRPr/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586410" y="1853754"/>
            <a:ext cx="8062542" cy="4336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Engenheira Ambiental 2006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Mestre em engenharia química 2009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Doutora Engenharia de Processos 2016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Engenheira Ambiental na TerraViva Consultoria em Geologia e Meio Ambiente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Profa UNIT Aracaju de 2009 – 2019 / 2021 - atualmente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Profa UNIT Maceió de 2019-2021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Coordenou Engenharia Civil,  Ambiental e Produção em Aracaju e Civil,  Ambiental e Petróleo em Maceió.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Perita Judicial Federal 2015 – atualmente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pt-BR"/>
              <a:t>METODOLOGIAS DE ENSINO</a:t>
            </a:r>
            <a:endParaRPr/>
          </a:p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265043" y="2015732"/>
            <a:ext cx="5645427" cy="4037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35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-635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pt-BR" sz="2600"/>
              <a:t>Disciplina Híbrida com acompanhamento das Unidades de Aprendizagem</a:t>
            </a:r>
            <a:endParaRPr/>
          </a:p>
        </p:txBody>
      </p:sp>
      <p:pic>
        <p:nvPicPr>
          <p:cNvPr descr="Proj4me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5007" y="2108496"/>
            <a:ext cx="4549847" cy="3122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pt-BR"/>
              <a:t>EMENTA DA DISCIPLINA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145774" y="1853754"/>
            <a:ext cx="11900451" cy="4096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288925" marR="222884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pt-BR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Leitura de textos em Inglês, visando ao desenvolvimento de estratégias de leitura e de  análise linguística, tendo como base gêneros textuais da esfera acadêmica, jornalística e  de divulgação científica da área, visando aprimorar a formação acadêmica/profissional  do aluno e promover seu pensamento crítico a partir das realidades socioculturais expressas nos textos referentes à Ciência da Computação e Análise de Sistemas</a:t>
            </a:r>
            <a:r>
              <a:rPr lang="pt-BR" sz="24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0" marL="287655" marR="224790" rtl="0" algn="just">
              <a:lnSpc>
                <a:spcPct val="95000"/>
              </a:lnSpc>
              <a:spcBef>
                <a:spcPts val="575"/>
              </a:spcBef>
              <a:spcAft>
                <a:spcPts val="0"/>
              </a:spcAft>
              <a:buSzPts val="2400"/>
              <a:buChar char="•"/>
            </a:pP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computers?; What can you do with computers?; Types of computers; Parts of computers; The history of the Internet; The history of HTML; The history of email;  Computers Today; Input/Output Devices; Storage Devices; Basic Software; Faces of the  Internet; Creative software; Programming/Jobs in ICT; Computers Tomorrow.  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pt-BR"/>
              <a:t>OBJETIVOS INTITUCIONAIS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318052" y="1961322"/>
            <a:ext cx="11489635" cy="3882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69" lvl="0" marL="288925" marR="224155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pt-BR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Capacitar o aluno a fazer uso de estratégias de aprendizagem e tipos de leitura que o  auxiliem na compreensão de textos específicos da área em Inglês para Computação,  levando-o à autonomia na compreensão escrita. Essa capacitação será atingida por meio  da conscientização sobre o processo de leitura e de aprendizagem de cada um. A partir da  conscientização dos elementos constituintes de um texto, trabalhar-se-á conteúdos  linguísticos, gramaticais e não linguísticos presentes (ou ausentes) em textos em inglês  da área acadêmica e suas aderências. 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pt-BR"/>
              <a:t>PRA VOCÊS... QUAL A NECESSIDADE DO INGLÊS NA ÁREA QUE VOCÊS ESTÃO INGRESSANDO? </a:t>
            </a:r>
            <a:endParaRPr/>
          </a:p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pt-BR"/>
              <a:t>COMO SE DARÁ A DISCIPLINA?</a:t>
            </a:r>
            <a:endParaRPr/>
          </a:p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325146" y="2015732"/>
            <a:ext cx="5611830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pt-BR" sz="3000"/>
              <a:t>Aulas expositivas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 sz="3000"/>
              <a:t>Aulas com metodologias ativas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 sz="3000"/>
              <a:t>Atividades em sala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 sz="3000"/>
              <a:t>Atividades para postagem no classroom</a:t>
            </a:r>
            <a:endParaRPr sz="3000"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 sz="3000"/>
              <a:t>ME do AVA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pt-BR" sz="3000"/>
              <a:t>Desenvolvimento das UAs</a:t>
            </a:r>
            <a:endParaRPr sz="3000"/>
          </a:p>
        </p:txBody>
      </p:sp>
      <p:sp>
        <p:nvSpPr>
          <p:cNvPr id="139" name="Google Shape;139;p19"/>
          <p:cNvSpPr txBox="1"/>
          <p:nvPr/>
        </p:nvSpPr>
        <p:spPr>
          <a:xfrm>
            <a:off x="5751912" y="2015731"/>
            <a:ext cx="5611830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Char char="•"/>
            </a:pPr>
            <a:r>
              <a:rPr b="0" i="0" lang="pt-BR" sz="3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Avaliação </a:t>
            </a:r>
            <a:endParaRPr/>
          </a:p>
          <a:p>
            <a:pPr indent="-22860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Prova no valor de 6,0</a:t>
            </a:r>
            <a:endParaRPr/>
          </a:p>
          <a:p>
            <a:pPr indent="-22860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Todas as pequenas atividades desenvolvidas somando 2,0 pontos</a:t>
            </a:r>
            <a:endParaRPr/>
          </a:p>
          <a:p>
            <a:pPr indent="-228600" lvl="1" marL="685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ME de 2,0 pontos do AVA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pt-BR"/>
              <a:t>VAMOS IDENTIFICAR NA SALA OS ALUNOS JÁ PROFICIENTES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leria">
  <a:themeElements>
    <a:clrScheme name="Galeri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